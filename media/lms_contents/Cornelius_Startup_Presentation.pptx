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66"/>
    <p:restoredTop sz="94610"/>
  </p:normalViewPr>
  <p:slideViewPr>
    <p:cSldViewPr snapToGrid="0" snapToObjects="1">
      <p:cViewPr varScale="1">
        <p:scale>
          <a:sx n="192" d="100"/>
          <a:sy n="192" d="100"/>
        </p:scale>
        <p:origin x="18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832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5029200" cy="5029200"/>
          </a:xfrm>
          <a:prstGeom prst="ellipse">
            <a:avLst/>
          </a:prstGeom>
          <a:solidFill>
            <a:srgbClr val="24513F">
              <a:alpha val="70000"/>
            </a:srgbClr>
          </a:solidFill>
          <a:ln w="12700">
            <a:solidFill>
              <a:srgbClr val="2451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85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Start 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Successful Startup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137160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CORNELIUS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0358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7A9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OF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64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9,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Startup?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09728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97480" cy="6400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💡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33472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startup is a new business created specifically to solve a real problem in the market — not just to make money, but to make a difference.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88720"/>
            <a:ext cx="2697480" cy="6400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4173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83280" y="21762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First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633472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innovation and growth, startups bring fresh ideas to existing industries or create entirely new ones.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974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697480" cy="6400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173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🤝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63640" y="21762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by Design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633472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begins with a small, passionate team and a limited budget — doing more with less is part of the startup DNA.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73152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a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2834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A9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ideas don't come from thin air — they come from paying close attention to the world around you.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886200" y="548640"/>
            <a:ext cx="411480" cy="41148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6200" y="548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34840" y="5303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Market Problems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34840" y="8412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frustrations people face daily. Every complaint is a potential business opportunity.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86200" y="1645920"/>
            <a:ext cx="411480" cy="41148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16276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Customer Needs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19385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real people. What do they wish existed? What would make their life easier?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86200" y="2743200"/>
            <a:ext cx="411480" cy="41148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34840" y="27249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Competitors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30358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what's already out there. Your edge is doing it better, faster, or cheaper.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86200" y="3840480"/>
            <a:ext cx="411480" cy="41148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C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34840" y="38221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Idea with Demand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34840" y="41330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problem big enough that people will pay to have it solved.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94760" y="4617720"/>
            <a:ext cx="5029200" cy="384048"/>
          </a:xfrm>
          <a:prstGeom prst="rect">
            <a:avLst/>
          </a:prstGeom>
          <a:solidFill>
            <a:srgbClr val="F2F5F3"/>
          </a:solidFill>
          <a:ln w="12700">
            <a:solidFill>
              <a:srgbClr val="D5E0D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886200" y="46360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Examples: Food delivery apps  ·  Online learning platforms  ·  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Research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9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market before you spend a single dollar building anything.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361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5361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Target Customers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who you're building for — their age, income, habits, pain points, and goals. Generic products solve no one's problem.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5361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15361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Market Trends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99339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people moving toward your idea or away from it? Ride the wave, don't fight 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2278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⚔️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322783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Competitor Weaknesses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6850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what existing solutions get wrong. Your job is to do what they can't — or won't.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2278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0" y="322783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Surveys &amp; Online Research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6850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20 potential customers before you build anything. Their answers will save you months of guesswork.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24513F">
              <a:alpha val="65000"/>
            </a:srgbClr>
          </a:solidFill>
          <a:ln w="12700">
            <a:solidFill>
              <a:srgbClr val="245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 Business Plan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9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isn't just a document — it's a commitment to clarity.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solidFill>
            <a:srgbClr val="24513F"/>
          </a:solidFill>
          <a:ln w="12700">
            <a:solidFill>
              <a:srgbClr val="2E6B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09728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926080" y="1490472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going? Define what success looks like in 1, 3, and 5 years.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solidFill>
            <a:srgbClr val="24513F"/>
          </a:solidFill>
          <a:ln w="12700">
            <a:solidFill>
              <a:srgbClr val="2E6B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48840"/>
            <a:ext cx="109728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/ Services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26080" y="2221992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are you selling, and why is it better than what exists today?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640080"/>
          </a:xfrm>
          <a:prstGeom prst="rect">
            <a:avLst/>
          </a:prstGeom>
          <a:solidFill>
            <a:srgbClr val="24513F"/>
          </a:solidFill>
          <a:ln w="12700">
            <a:solidFill>
              <a:srgbClr val="2E6B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80360"/>
            <a:ext cx="109728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26080" y="2953512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people find you? Outline your channels, messaging, and target audience.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24513F"/>
          </a:solidFill>
          <a:ln w="12700">
            <a:solidFill>
              <a:srgbClr val="2E6B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611880"/>
            <a:ext cx="109728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926080" y="3685032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costs, your burn rate, and when you expect to break even. Investors will ask.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24513F"/>
          </a:solidFill>
          <a:ln w="12700">
            <a:solidFill>
              <a:srgbClr val="2E6B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343400"/>
            <a:ext cx="109728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926080" y="4416552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5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actually make money? Subscriptions, one-time sales, commissions — be specific.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Strong Team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9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are common. Execution is rare. The right team makes the difference.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321040" cy="777240"/>
          </a:xfrm>
          <a:prstGeom prst="rect">
            <a:avLst/>
          </a:prstGeom>
          <a:solidFill>
            <a:srgbClr val="F2F5F3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361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4447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Skilled &amp; Motivated People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773936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can be taught. Drive and attitude cannot. Hire for both, but never compromise on character.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8321040" cy="777240"/>
          </a:xfrm>
          <a:prstGeom prst="rect">
            <a:avLst/>
          </a:prstGeom>
          <a:solidFill>
            <a:srgbClr val="F2F5F3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323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📌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23408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Roles Clearly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67004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should know exactly what they own. Ambiguity breeds confusion and conflict.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8321040" cy="777240"/>
          </a:xfrm>
          <a:prstGeom prst="rect">
            <a:avLst/>
          </a:prstGeom>
          <a:solidFill>
            <a:srgbClr val="F2F5F3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2841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32369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Communication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5661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teams talk openly — about wins, failures, and the hard conversations no one wants to have.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059936"/>
            <a:ext cx="8321040" cy="777240"/>
          </a:xfrm>
          <a:prstGeom prst="rect">
            <a:avLst/>
          </a:prstGeom>
          <a:solidFill>
            <a:srgbClr val="F2F5F3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2245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88720" y="41330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Matters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446227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leadership sets the vision, keeps the team aligned, and makes the tough calls when it counts.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Funding the Startup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9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the fuel. Knowing where to find it is a skill in itself.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71600"/>
            <a:ext cx="1600200" cy="6400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727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Savings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44368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 gives you full control. No investors to answer to — just yourself.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11680" y="1371600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0" y="1371600"/>
            <a:ext cx="1600200" cy="6400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5727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103120" y="22860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2944368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investors bring money and mentorship. The right investor opens doors.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49040" y="1371600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1371600"/>
            <a:ext cx="1600200" cy="6400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5727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🏦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840480" y="22860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Loans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944368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financing. Works best when you have collateral and a clear repayment plan.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0" y="1371600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1371600"/>
            <a:ext cx="1600200" cy="6400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5727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577840" y="22860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Crowdfunding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944368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like Kickstarter let you validate demand while raising capital.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23760" y="1371600"/>
            <a:ext cx="1600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23760" y="1371600"/>
            <a:ext cx="16002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15727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315200" y="22860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Capital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2944368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funding fuels rapid growth — but comes with high expectations and equity trade-offs.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&amp; Branding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9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can't buy from you if they've never heard of you.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60520" cy="1463040"/>
          </a:xfrm>
          <a:prstGeom prst="rect">
            <a:avLst/>
          </a:prstGeom>
          <a:solidFill>
            <a:srgbClr val="24513F"/>
          </a:solidFill>
          <a:ln w="12700">
            <a:solidFill>
              <a:srgbClr val="2E6B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581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8992" y="1554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Unique Brand Identity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01168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 is more than a logo. It's how people feel when they interact with your company. Make it intentional.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4160520" cy="1463040"/>
          </a:xfrm>
          <a:prstGeom prst="rect">
            <a:avLst/>
          </a:prstGeom>
          <a:solidFill>
            <a:srgbClr val="24513F"/>
          </a:solidFill>
          <a:ln w="12700">
            <a:solidFill>
              <a:srgbClr val="2E6B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581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513832" y="1554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Social Media Marketing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65192" y="201168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customers where they already spend time. Consistency and authenticity beat big ad budgets every 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60520" cy="1463040"/>
          </a:xfrm>
          <a:prstGeom prst="rect">
            <a:avLst/>
          </a:prstGeom>
          <a:solidFill>
            <a:srgbClr val="24513F"/>
          </a:solidFill>
          <a:ln w="12700">
            <a:solidFill>
              <a:srgbClr val="2E6B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1821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78992" y="3154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Customer Trust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61188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built slowly through honest communication, quality delivery, and standing behind your product when things go wrong.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017520"/>
            <a:ext cx="4160520" cy="1463040"/>
          </a:xfrm>
          <a:prstGeom prst="rect">
            <a:avLst/>
          </a:prstGeom>
          <a:solidFill>
            <a:srgbClr val="24513F"/>
          </a:solidFill>
          <a:ln w="12700">
            <a:solidFill>
              <a:srgbClr val="2E6B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1821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🛎️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13832" y="3154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Excellent Service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65192" y="361188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best marketing is a happy customer who tells their friends. Service is a growth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Startups Face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9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startup hits walls. Knowing they're coming makes them easier to climb.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2651760" cy="1554480"/>
          </a:xfrm>
          <a:prstGeom prst="rect">
            <a:avLst/>
          </a:prstGeom>
          <a:solidFill>
            <a:srgbClr val="F2F5F3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53312"/>
            <a:ext cx="2651760" cy="6400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4904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Budget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194767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more with less is hard. Prioritize ruthlessly — every dollar should move you closer to revenue.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353312"/>
            <a:ext cx="2651760" cy="1554480"/>
          </a:xfrm>
          <a:prstGeom prst="rect">
            <a:avLst/>
          </a:prstGeom>
          <a:solidFill>
            <a:srgbClr val="F2F5F3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353312"/>
            <a:ext cx="2651760" cy="6400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⚔️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86200" y="14904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83280" y="194767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almost always someone else solving the same problem. Your differentiation has to be real and visible.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353312"/>
            <a:ext cx="2651760" cy="1554480"/>
          </a:xfrm>
          <a:prstGeom prst="rect">
            <a:avLst/>
          </a:prstGeom>
          <a:solidFill>
            <a:srgbClr val="F2F5F3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353312"/>
            <a:ext cx="2651760" cy="6400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12280" y="149047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Risks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9360" y="194767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are bets. The key is making informed bets — and having enough runway to learn from mistakes.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3090672"/>
            <a:ext cx="4114800" cy="1554480"/>
          </a:xfrm>
          <a:prstGeom prst="rect">
            <a:avLst/>
          </a:prstGeom>
          <a:solidFill>
            <a:srgbClr val="F2F5F3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090672"/>
            <a:ext cx="4114800" cy="6400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32278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Customers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4400" y="368503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part isn't building the product. It's convincing strangers to trust you with their money.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0" y="3090672"/>
            <a:ext cx="4114800" cy="1554480"/>
          </a:xfrm>
          <a:prstGeom prst="rect">
            <a:avLst/>
          </a:prstGeom>
          <a:solidFill>
            <a:srgbClr val="F2F5F3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3090672"/>
            <a:ext cx="4114800" cy="6400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54880" y="322783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to Change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251960" y="368503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shift. Customers change. Regulations evolve. The startups that survive are the ones that adapt.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Keys to Success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9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secrets. They're principles that successful founders live by.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81328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61872" y="1536192"/>
            <a:ext cx="36576" cy="329184"/>
          </a:xfrm>
          <a:prstGeom prst="rect">
            <a:avLst/>
          </a:prstGeom>
          <a:solidFill>
            <a:srgbClr val="D5E0D9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4813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56432" y="148132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stop asking 'what if?' The moment you stop improving, someone else starts catching up.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31136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261872" y="2286000"/>
            <a:ext cx="36576" cy="329184"/>
          </a:xfrm>
          <a:prstGeom prst="rect">
            <a:avLst/>
          </a:prstGeom>
          <a:solidFill>
            <a:srgbClr val="D5E0D9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223113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56432" y="2231136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founder hits a moment where giving up seems logical. The ones who don't quit are the ones who make 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80944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261872" y="3035808"/>
            <a:ext cx="36576" cy="329184"/>
          </a:xfrm>
          <a:prstGeom prst="rect">
            <a:avLst/>
          </a:prstGeom>
          <a:solidFill>
            <a:srgbClr val="D5E0D9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298094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Leadership 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56432" y="2980944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isn't about titles. It's about being the person who stays calm, clear-headed, and decisive when it matters most.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621024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3075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261872" y="3785616"/>
            <a:ext cx="36576" cy="329184"/>
          </a:xfrm>
          <a:prstGeom prst="rect">
            <a:avLst/>
          </a:prstGeom>
          <a:solidFill>
            <a:srgbClr val="D5E0D9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373075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56432" y="373075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customers are your report card. A high NPS score is more valuable than any press coverage.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370832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48056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261872" y="4535424"/>
            <a:ext cx="36576" cy="329184"/>
          </a:xfrm>
          <a:prstGeom prst="rect">
            <a:avLst/>
          </a:prstGeom>
          <a:solidFill>
            <a:srgbClr val="D5E0D9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44805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 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56432" y="448056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Ship, learn, improve, repeat. The best companies are never fully satisfied with good enough.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4513F">
              <a:alpha val="60000"/>
            </a:srgbClr>
          </a:solidFill>
          <a:ln w="12700">
            <a:solidFill>
              <a:srgbClr val="245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Famous Startup Examples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9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all started small. They all solved a real problem. They all kept going.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97480" cy="3429000"/>
          </a:xfrm>
          <a:prstGeom prst="rect">
            <a:avLst/>
          </a:prstGeom>
          <a:solidFill>
            <a:srgbClr val="24513F"/>
          </a:solidFill>
          <a:ln w="12700">
            <a:solidFill>
              <a:srgbClr val="2E6B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269748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00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Airbnb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2084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2008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" y="2423160"/>
            <a:ext cx="54864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578608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when two designers rented out air mattresses in their apartment to pay rent. Rejected by every major investor. Today it's worth over $75 billion and has changed how the world travels.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73552" y="1417320"/>
            <a:ext cx="2697480" cy="3429000"/>
          </a:xfrm>
          <a:prstGeom prst="rect">
            <a:avLst/>
          </a:prstGeom>
          <a:solidFill>
            <a:srgbClr val="24513F"/>
          </a:solidFill>
          <a:ln w="12700">
            <a:solidFill>
              <a:srgbClr val="2E6B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3552" y="1417320"/>
            <a:ext cx="269748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1600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38144" y="2084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2009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38144" y="2423160"/>
            <a:ext cx="54864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38144" y="2578608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from a simple frustration — not being able to get a cab in Paris. A mobile app connecting riders and drivers. Now operates in 70+ countries and redefined urban transportation.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344" y="1417320"/>
            <a:ext cx="2697480" cy="3429000"/>
          </a:xfrm>
          <a:prstGeom prst="rect">
            <a:avLst/>
          </a:prstGeom>
          <a:solidFill>
            <a:srgbClr val="24513F"/>
          </a:solidFill>
          <a:ln w="12700">
            <a:solidFill>
              <a:srgbClr val="2E6B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1344" y="1417320"/>
            <a:ext cx="269748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5936" y="1600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Spotify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45936" y="2084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2006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45936" y="2423160"/>
            <a:ext cx="54864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2578608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5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when music piracy was destroying the industry. Instead of fighting the behavior, Spotify made legal streaming better than free. It now has 600 million users worldwide.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321040" cy="12344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15568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best time to start was yesterday.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second best time is now."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8321040" cy="658368"/>
          </a:xfrm>
          <a:prstGeom prst="rect">
            <a:avLst/>
          </a:prstGeom>
          <a:solidFill>
            <a:srgbClr val="F2F5F3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9689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59689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require planning, creativity, and hard work — in that order. Ideas without execution are just dreams.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8321040" cy="658368"/>
          </a:xfrm>
          <a:prstGeom prst="rect">
            <a:avLst/>
          </a:prstGeom>
          <a:solidFill>
            <a:srgbClr val="F2F5F3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558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35584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comes from solving real problems that real people face. Build something that matters.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005072"/>
            <a:ext cx="8321040" cy="658368"/>
          </a:xfrm>
          <a:prstGeom prst="rect">
            <a:avLst/>
          </a:prstGeom>
          <a:solidFill>
            <a:srgbClr val="F2F5F3"/>
          </a:solidFill>
          <a:ln w="12700">
            <a:solidFill>
              <a:srgbClr val="D5E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1148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11480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teams and smart strategies are the multiplier. No one builds a great company alone.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7A9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CORNELIUS  ·  DEPT OF MANAGEMENT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1259</Words>
  <Application>Microsoft Macintosh PowerPoint</Application>
  <PresentationFormat>On-screen Show (16:9)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Start a Successful Startup</dc:title>
  <dc:subject>PptxGenJS Presentation</dc:subject>
  <dc:creator>PptxGenJS</dc:creator>
  <cp:lastModifiedBy>Microsoft Office User</cp:lastModifiedBy>
  <cp:revision>2</cp:revision>
  <dcterms:created xsi:type="dcterms:W3CDTF">2026-05-09T16:10:49Z</dcterms:created>
  <dcterms:modified xsi:type="dcterms:W3CDTF">2026-05-09T16:19:20Z</dcterms:modified>
</cp:coreProperties>
</file>